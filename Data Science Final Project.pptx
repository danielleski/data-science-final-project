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CE9D-DB59-8A4F-B9D5-7D94E5971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5B0CE-36B9-CC4E-B768-98A5A1FE4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8AC46-6AAB-FA4D-9145-7EBADE73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9735C-9B6A-7240-BB79-65F3CC8A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EE201-E759-614D-9C0B-BE948893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62C4-CE0C-B14C-B82A-E110F04F1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BDA9-653B-774D-B5B0-E7DA2A8DF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E381F-B2FE-0443-AB49-625E5279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A731-02AC-0642-AC6F-8653BCFD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8499E-5180-DD4C-9922-98E65AF8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4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1DCC-3A4E-1042-865A-72080EE9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82AE6-EA56-9D4D-B555-8DA22F49F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2DFF5-83E7-7F44-A15D-15DF900A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74717-C36E-F24E-8E1B-C9979272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50EAD-A2AB-4F43-8593-20D5DFBF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5984-8651-5C42-94FC-06664463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A832-CBA8-914E-A104-F32DD0897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E577D-323B-C04A-924A-E30C58339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8BD89-4B60-CB4C-B083-F360C083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ABB8F-5DB9-6845-A465-BDFD93B7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8C5A3-A733-B549-AB1C-D3C7BBEB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1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653B-9700-D444-AF9F-2AA9C03D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A1144-0194-974F-9192-98D2D016F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3443E-A918-DC4E-885C-662E44A77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8C24B-B7A4-C14E-BEF6-F8C877311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89D5F-1656-6D43-989C-EE275808F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A6B35-0B52-A74F-8B9A-42DFFDC6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B7F93-CA9F-6342-B96A-3286F131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1B942D-8585-334E-B06B-B9E5440E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7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76CD-ACFF-DB40-B670-BAB6B830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D6448-E455-F84D-AFA7-591DF2DF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92143-8910-624D-9310-B7669418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67A0E-D771-9B40-A233-58EFC21B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9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3EB04-EFEE-DE40-8099-0BA9A191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79C9B-68CB-6943-8981-DA136C44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6D455-256E-2147-BBA3-6746E5A1E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2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FC47-B419-774F-8DCA-00253C60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C42B3-01B7-B544-9956-C1175082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C5970-B552-BA46-91ED-3CF43C411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8C566-8E3A-A741-A1B0-F77A57F9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1BED4-F1A6-C747-A5BD-717AD0261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16D44-F3C1-734D-B1ED-3A5085C7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4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C8C2-1A13-A04D-B858-3453AEA8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61934-BD23-EC4B-B11F-59C54DA7C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2BC9D-FF14-BE49-9F53-10AF761EB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6681C-8474-EB4A-B83D-1BB6E05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478A1-A9AD-8C44-8428-1CA5FD93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7BC8C-8C31-6A41-A8D9-95B8EF2A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4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1973-E182-9047-B816-EBFF7C34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C827D-373E-1E49-94CD-ADD2825C5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F4A14-C0F3-524D-A274-C4B66476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BCFB2-E98F-BF40-A316-C7B41801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667F0-1825-9D48-ADEB-ED7E7507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53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58F46-334A-2841-9972-0F85698CE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91E27-3EFF-D04A-91F3-FFE80E3D1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7204A-6694-4342-989D-C2562F0C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DD44C-C6DC-7E49-8F2F-E19F4B85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0FBD8-1902-BE4C-A8C6-08AE85E8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BF6DA-273F-2B4B-B950-8C37454E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44D53-2CAF-1E49-8E88-99A17882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3D6F5-6CEB-A244-BE32-EE1C699FB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8E9A9-9DFE-E440-AC8C-DBC2E09AB5AA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31E1C-F2D8-5744-9FDB-83B06257C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15FB0-7C69-FC41-ADAA-7F36F7922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91103-41D5-9440-B91A-7C49128B7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1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4025-9D5F-A34D-B8A2-645694864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9CD56-AF80-5549-B07E-B20BEEA3C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2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Leskiewicz, Daniel</dc:creator>
  <cp:lastModifiedBy>Leskiewicz, Daniel</cp:lastModifiedBy>
  <cp:revision>1</cp:revision>
  <dcterms:created xsi:type="dcterms:W3CDTF">2022-02-16T22:51:23Z</dcterms:created>
  <dcterms:modified xsi:type="dcterms:W3CDTF">2022-02-16T22:53:17Z</dcterms:modified>
</cp:coreProperties>
</file>